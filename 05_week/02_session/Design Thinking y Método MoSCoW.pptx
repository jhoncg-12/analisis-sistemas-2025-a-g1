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4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8E6C5AF1-21D0-407A-8979-257B3B84E7BB}" type="datetimeFigureOut">
              <a:rPr lang="es-CO" smtClean="0"/>
              <a:t>7/03/2025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4C2F2D7-1462-457A-A2CA-F85F1E35CA7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80883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C5AF1-21D0-407A-8979-257B3B84E7BB}" type="datetimeFigureOut">
              <a:rPr lang="es-CO" smtClean="0"/>
              <a:t>7/03/2025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F2D7-1462-457A-A2CA-F85F1E35CA7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0920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E6C5AF1-21D0-407A-8979-257B3B84E7BB}" type="datetimeFigureOut">
              <a:rPr lang="es-CO" smtClean="0"/>
              <a:t>7/03/2025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4C2F2D7-1462-457A-A2CA-F85F1E35CA7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66764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C5AF1-21D0-407A-8979-257B3B84E7BB}" type="datetimeFigureOut">
              <a:rPr lang="es-CO" smtClean="0"/>
              <a:t>7/03/2025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F2D7-1462-457A-A2CA-F85F1E35CA7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8851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C5AF1-21D0-407A-8979-257B3B84E7BB}" type="datetimeFigureOut">
              <a:rPr lang="es-CO" smtClean="0"/>
              <a:t>7/03/2025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F2D7-1462-457A-A2CA-F85F1E35CA7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51542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C5AF1-21D0-407A-8979-257B3B84E7BB}" type="datetimeFigureOut">
              <a:rPr lang="es-CO" smtClean="0"/>
              <a:t>7/03/2025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F2D7-1462-457A-A2CA-F85F1E35CA7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25258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C5AF1-21D0-407A-8979-257B3B84E7BB}" type="datetimeFigureOut">
              <a:rPr lang="es-CO" smtClean="0"/>
              <a:t>7/03/2025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F2D7-1462-457A-A2CA-F85F1E35CA7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3775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C5AF1-21D0-407A-8979-257B3B84E7BB}" type="datetimeFigureOut">
              <a:rPr lang="es-CO" smtClean="0"/>
              <a:t>7/03/2025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F2D7-1462-457A-A2CA-F85F1E35CA7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47874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C5AF1-21D0-407A-8979-257B3B84E7BB}" type="datetimeFigureOut">
              <a:rPr lang="es-CO" smtClean="0"/>
              <a:t>7/03/2025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F2D7-1462-457A-A2CA-F85F1E35CA7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61059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C5AF1-21D0-407A-8979-257B3B84E7BB}" type="datetimeFigureOut">
              <a:rPr lang="es-CO" smtClean="0"/>
              <a:t>7/03/2025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F2D7-1462-457A-A2CA-F85F1E35CA7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5119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E6C5AF1-21D0-407A-8979-257B3B84E7BB}" type="datetimeFigureOut">
              <a:rPr lang="es-CO" smtClean="0"/>
              <a:t>7/03/2025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4C2F2D7-1462-457A-A2CA-F85F1E35CA7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09833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E6C5AF1-21D0-407A-8979-257B3B84E7BB}" type="datetimeFigureOut">
              <a:rPr lang="es-CO" smtClean="0"/>
              <a:t>7/03/2025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4C2F2D7-1462-457A-A2CA-F85F1E35CA7B}" type="slidenum">
              <a:rPr lang="es-CO" smtClean="0"/>
              <a:t>‹Nº›</a:t>
            </a:fld>
            <a:endParaRPr lang="es-CO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20043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E6C5AF1-21D0-407A-8979-257B3B84E7BB}" type="datetimeFigureOut">
              <a:rPr lang="es-CO" smtClean="0"/>
              <a:t>7/03/2025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4C2F2D7-1462-457A-A2CA-F85F1E35CA7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784225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C5AF1-21D0-407A-8979-257B3B84E7BB}" type="datetimeFigureOut">
              <a:rPr lang="es-CO" smtClean="0"/>
              <a:t>7/03/2025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F2D7-1462-457A-A2CA-F85F1E35CA7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286818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C5AF1-21D0-407A-8979-257B3B84E7BB}" type="datetimeFigureOut">
              <a:rPr lang="es-CO" smtClean="0"/>
              <a:t>7/03/2025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F2D7-1462-457A-A2CA-F85F1E35CA7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97599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C5AF1-21D0-407A-8979-257B3B84E7BB}" type="datetimeFigureOut">
              <a:rPr lang="es-CO" smtClean="0"/>
              <a:t>7/03/2025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2F2D7-1462-457A-A2CA-F85F1E35CA7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6263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E6C5AF1-21D0-407A-8979-257B3B84E7BB}" type="datetimeFigureOut">
              <a:rPr lang="es-CO" smtClean="0"/>
              <a:t>7/03/2025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4C2F2D7-1462-457A-A2CA-F85F1E35CA7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49501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6C5AF1-21D0-407A-8979-257B3B84E7BB}" type="datetimeFigureOut">
              <a:rPr lang="es-CO" smtClean="0"/>
              <a:t>7/03/2025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C2F2D7-1462-457A-A2CA-F85F1E35CA7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02863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fastercapital.com/" TargetMode="External"/><Relationship Id="rId2" Type="http://schemas.openxmlformats.org/officeDocument/2006/relationships/hyperlink" Target="http://toolshero.e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ens and rulers">
            <a:extLst>
              <a:ext uri="{FF2B5EF4-FFF2-40B4-BE49-F238E27FC236}">
                <a16:creationId xmlns:a16="http://schemas.microsoft.com/office/drawing/2014/main" id="{77D554A6-ADA7-0B79-6B8E-D4499E8590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7053" b="867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1B31F3E-60EE-7358-5A0D-8DDA01629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2237173"/>
            <a:ext cx="9448800" cy="2602062"/>
          </a:xfrm>
        </p:spPr>
        <p:txBody>
          <a:bodyPr>
            <a:normAutofit/>
          </a:bodyPr>
          <a:lstStyle/>
          <a:p>
            <a:r>
              <a:rPr lang="en-US" dirty="0"/>
              <a:t>Design Thinking y </a:t>
            </a:r>
            <a:r>
              <a:rPr lang="en-US" dirty="0" err="1"/>
              <a:t>Método</a:t>
            </a:r>
            <a:r>
              <a:rPr lang="en-US" dirty="0"/>
              <a:t> </a:t>
            </a:r>
            <a:r>
              <a:rPr lang="en-US" dirty="0" err="1"/>
              <a:t>MoSCoW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8B1DB8-2B22-A6B0-3DEF-368C6731AD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842935"/>
            <a:ext cx="9448800" cy="685800"/>
          </a:xfrm>
        </p:spPr>
        <p:txBody>
          <a:bodyPr>
            <a:normAutofit fontScale="92500" lnSpcReduction="10000"/>
          </a:bodyPr>
          <a:lstStyle/>
          <a:p>
            <a:r>
              <a:rPr lang="es-MX" dirty="0"/>
              <a:t>Metodología de innovación y priorización de ideas </a:t>
            </a:r>
          </a:p>
          <a:p>
            <a:r>
              <a:rPr lang="es-MX" dirty="0"/>
              <a:t>Nombres : Andres Chambo Gonzalez y 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26941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EA5387D-64D8-4D6C-B109-FF4E81DF6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3D pattern of ring shapes connected by lines">
            <a:extLst>
              <a:ext uri="{FF2B5EF4-FFF2-40B4-BE49-F238E27FC236}">
                <a16:creationId xmlns:a16="http://schemas.microsoft.com/office/drawing/2014/main" id="{BC731DAB-FD3E-7747-4233-DFF7E2A0E02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30000"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319FFD2-07B5-4029-BFB3-26FCFCC2F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FD6680A-C349-C71B-0246-B4B2EFB70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s-CO" dirty="0"/>
              <a:t>¿Qué es </a:t>
            </a:r>
            <a:r>
              <a:rPr lang="es-CO" dirty="0" err="1"/>
              <a:t>Design</a:t>
            </a:r>
            <a:r>
              <a:rPr lang="es-CO" dirty="0"/>
              <a:t> </a:t>
            </a:r>
            <a:r>
              <a:rPr lang="es-CO" dirty="0" err="1"/>
              <a:t>Thinking</a:t>
            </a:r>
            <a:r>
              <a:rPr lang="es-CO" dirty="0"/>
              <a:t>?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109080-1DCA-17CE-2F61-97BF01CB6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024125"/>
          </a:xfrm>
        </p:spPr>
        <p:txBody>
          <a:bodyPr>
            <a:normAutofit/>
          </a:bodyPr>
          <a:lstStyle/>
          <a:p>
            <a:r>
              <a:rPr lang="es-MX" dirty="0"/>
              <a:t>Es una metodología de resolución de problemas centrada en el usuario que fomenta la creatividad y la innovación mediante cinco fases estructuradas.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27222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EA5387D-64D8-4D6C-B109-FF4E81DF6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molecular model">
            <a:extLst>
              <a:ext uri="{FF2B5EF4-FFF2-40B4-BE49-F238E27FC236}">
                <a16:creationId xmlns:a16="http://schemas.microsoft.com/office/drawing/2014/main" id="{EBCAFA3C-791E-2F72-C059-F9D52E95325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30000"/>
          </a:blip>
          <a:srcRect t="7221" b="850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319FFD2-07B5-4029-BFB3-26FCFCC2F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3348A48-FE52-C91E-77EA-3FE1A0A9D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s-CO" dirty="0"/>
              <a:t>Fases de </a:t>
            </a:r>
            <a:r>
              <a:rPr lang="es-CO" dirty="0" err="1"/>
              <a:t>Design</a:t>
            </a:r>
            <a:r>
              <a:rPr lang="es-CO" dirty="0"/>
              <a:t> </a:t>
            </a:r>
            <a:r>
              <a:rPr lang="es-CO" dirty="0" err="1"/>
              <a:t>Thinking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101D39-CDA5-1AE3-1E75-E7FD3BA49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024125"/>
          </a:xfrm>
        </p:spPr>
        <p:txBody>
          <a:bodyPr>
            <a:normAutofit/>
          </a:bodyPr>
          <a:lstStyle/>
          <a:p>
            <a:r>
              <a:rPr lang="es-MX" dirty="0"/>
              <a:t>1. Empatizar: Comprender al usuario mediante observación e interacción.</a:t>
            </a:r>
          </a:p>
          <a:p>
            <a:r>
              <a:rPr lang="es-MX" dirty="0"/>
              <a:t>2. Definir: Sintetizar la información para formular el problema.</a:t>
            </a:r>
          </a:p>
          <a:p>
            <a:r>
              <a:rPr lang="es-MX" dirty="0"/>
              <a:t>3. Idear: Generar soluciones creativas sin restricciones.</a:t>
            </a:r>
          </a:p>
          <a:p>
            <a:r>
              <a:rPr lang="es-MX" dirty="0"/>
              <a:t>4. Prototipar: Crear representaciones tangibles de las soluciones.</a:t>
            </a:r>
          </a:p>
          <a:p>
            <a:r>
              <a:rPr lang="es-MX" dirty="0"/>
              <a:t>5. Testear: Probar y mejorar el diseño según el </a:t>
            </a:r>
            <a:r>
              <a:rPr lang="es-MX" dirty="0" err="1"/>
              <a:t>feedback</a:t>
            </a:r>
            <a:r>
              <a:rPr lang="es-MX" dirty="0"/>
              <a:t> del usuario.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21111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930F8D-DD67-6FF9-7B41-58324ABE0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897" y="639315"/>
            <a:ext cx="8610600" cy="1293028"/>
          </a:xfrm>
        </p:spPr>
        <p:txBody>
          <a:bodyPr/>
          <a:lstStyle/>
          <a:p>
            <a:pPr algn="ctr"/>
            <a:r>
              <a:rPr lang="es-MX" dirty="0"/>
              <a:t>Método </a:t>
            </a:r>
            <a:r>
              <a:rPr lang="es-MX" dirty="0" err="1"/>
              <a:t>MoSCoW</a:t>
            </a:r>
            <a:r>
              <a:rPr lang="es-MX" dirty="0"/>
              <a:t>: Priorización de ideas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B36AAB-E8A1-4188-F8BF-7EE3DBF36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5064" y="2096238"/>
            <a:ext cx="10080523" cy="4024125"/>
          </a:xfrm>
        </p:spPr>
        <p:txBody>
          <a:bodyPr/>
          <a:lstStyle/>
          <a:p>
            <a:r>
              <a:rPr lang="es-MX" dirty="0"/>
              <a:t>Es una técnica para clasificar ideas según su importancia en el desarrollo de un producto o servicio.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36154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EA5387D-64D8-4D6C-B109-FF4E81DF6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Low angle view of modern financial skyscrapers into the sky">
            <a:extLst>
              <a:ext uri="{FF2B5EF4-FFF2-40B4-BE49-F238E27FC236}">
                <a16:creationId xmlns:a16="http://schemas.microsoft.com/office/drawing/2014/main" id="{FB69B864-6908-4303-69EC-E2528925134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3BDF742-3883-3D28-F53C-F4B5A32DE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s-CO"/>
              <a:t>Categorías del método </a:t>
            </a:r>
            <a:r>
              <a:rPr lang="es-CO" err="1"/>
              <a:t>MoSCoW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01D7DD-D3BF-2F81-C9D0-34B69A1EA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024125"/>
          </a:xfrm>
        </p:spPr>
        <p:txBody>
          <a:bodyPr>
            <a:normAutofit/>
          </a:bodyPr>
          <a:lstStyle/>
          <a:p>
            <a:r>
              <a:rPr lang="es-MX" dirty="0" err="1"/>
              <a:t>Must</a:t>
            </a:r>
            <a:r>
              <a:rPr lang="es-MX" dirty="0"/>
              <a:t> </a:t>
            </a:r>
            <a:r>
              <a:rPr lang="es-MX" dirty="0" err="1"/>
              <a:t>Have</a:t>
            </a:r>
            <a:r>
              <a:rPr lang="es-MX" dirty="0"/>
              <a:t>: Características esenciales para el éxito.</a:t>
            </a:r>
          </a:p>
          <a:p>
            <a:r>
              <a:rPr lang="es-MX" dirty="0" err="1"/>
              <a:t>Should</a:t>
            </a:r>
            <a:r>
              <a:rPr lang="es-MX" dirty="0"/>
              <a:t> </a:t>
            </a:r>
            <a:r>
              <a:rPr lang="es-MX" dirty="0" err="1"/>
              <a:t>Have</a:t>
            </a:r>
            <a:r>
              <a:rPr lang="es-MX" dirty="0"/>
              <a:t>: Funcionalidades importantes pero no críticas.</a:t>
            </a:r>
          </a:p>
          <a:p>
            <a:r>
              <a:rPr lang="es-MX" dirty="0"/>
              <a:t> </a:t>
            </a:r>
            <a:r>
              <a:rPr lang="es-MX" dirty="0" err="1"/>
              <a:t>Could</a:t>
            </a:r>
            <a:r>
              <a:rPr lang="es-MX" dirty="0"/>
              <a:t> </a:t>
            </a:r>
            <a:r>
              <a:rPr lang="es-MX" dirty="0" err="1"/>
              <a:t>Have</a:t>
            </a:r>
            <a:r>
              <a:rPr lang="es-MX" dirty="0"/>
              <a:t>: Mejoras opcionales si hay recursos.</a:t>
            </a:r>
          </a:p>
          <a:p>
            <a:r>
              <a:rPr lang="es-MX" dirty="0"/>
              <a:t> </a:t>
            </a:r>
            <a:r>
              <a:rPr lang="es-MX" dirty="0" err="1"/>
              <a:t>Won’t</a:t>
            </a:r>
            <a:r>
              <a:rPr lang="es-MX" dirty="0"/>
              <a:t> </a:t>
            </a:r>
            <a:r>
              <a:rPr lang="es-MX" dirty="0" err="1"/>
              <a:t>Have</a:t>
            </a:r>
            <a:r>
              <a:rPr lang="es-MX" dirty="0"/>
              <a:t>: Elementos que se descartan o posponen.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31663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3EA5AD-9DB7-F46F-71A9-C9B4276CD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433" y="639315"/>
            <a:ext cx="8610600" cy="1293028"/>
          </a:xfrm>
        </p:spPr>
        <p:txBody>
          <a:bodyPr>
            <a:normAutofit/>
          </a:bodyPr>
          <a:lstStyle/>
          <a:p>
            <a:pPr algn="ctr"/>
            <a:r>
              <a:rPr lang="es-MX" sz="3600" dirty="0"/>
              <a:t>Integración de </a:t>
            </a:r>
            <a:r>
              <a:rPr lang="es-MX" sz="3600" dirty="0" err="1"/>
              <a:t>Design</a:t>
            </a:r>
            <a:r>
              <a:rPr lang="es-MX" sz="3600" dirty="0"/>
              <a:t> </a:t>
            </a:r>
            <a:r>
              <a:rPr lang="es-MX" sz="3600" dirty="0" err="1"/>
              <a:t>Thinking</a:t>
            </a:r>
            <a:r>
              <a:rPr lang="es-MX" sz="3600" dirty="0"/>
              <a:t> y </a:t>
            </a:r>
            <a:r>
              <a:rPr lang="es-MX" sz="3600" dirty="0" err="1"/>
              <a:t>MoSCoW</a:t>
            </a:r>
            <a:endParaRPr lang="es-CO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A8C713-7D2E-483D-FAEB-EF5BD293D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 En la fase de Ideación, se generan múltiples ideas.</a:t>
            </a:r>
          </a:p>
          <a:p>
            <a:r>
              <a:rPr lang="es-MX" dirty="0"/>
              <a:t> </a:t>
            </a:r>
            <a:r>
              <a:rPr lang="es-MX" dirty="0" err="1"/>
              <a:t>MoSCoW</a:t>
            </a:r>
            <a:r>
              <a:rPr lang="es-MX" dirty="0"/>
              <a:t> permite priorizar las más relevantes.</a:t>
            </a:r>
          </a:p>
          <a:p>
            <a:r>
              <a:rPr lang="es-MX" dirty="0"/>
              <a:t> Durante Prototipado y Testeo, primero se implementan </a:t>
            </a:r>
            <a:r>
              <a:rPr lang="es-MX" dirty="0" err="1"/>
              <a:t>Must</a:t>
            </a:r>
            <a:r>
              <a:rPr lang="es-MX" dirty="0"/>
              <a:t> </a:t>
            </a:r>
            <a:r>
              <a:rPr lang="es-MX" dirty="0" err="1"/>
              <a:t>Have</a:t>
            </a:r>
            <a:r>
              <a:rPr lang="es-MX" dirty="0"/>
              <a:t> y </a:t>
            </a:r>
            <a:r>
              <a:rPr lang="es-MX" dirty="0" err="1"/>
              <a:t>Should</a:t>
            </a:r>
            <a:r>
              <a:rPr lang="es-MX" dirty="0"/>
              <a:t> </a:t>
            </a:r>
            <a:r>
              <a:rPr lang="es-MX" dirty="0" err="1"/>
              <a:t>Have</a:t>
            </a:r>
            <a:r>
              <a:rPr lang="es-MX" dirty="0"/>
              <a:t>.</a:t>
            </a:r>
          </a:p>
          <a:p>
            <a:r>
              <a:rPr lang="es-MX" dirty="0"/>
              <a:t> Se optimiza el proceso, asegurando que lo esencial se desarrolle primero.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98847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DEEF58-4672-42D9-3EFA-FF698E1E9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296" y="639315"/>
            <a:ext cx="8610600" cy="1293028"/>
          </a:xfrm>
        </p:spPr>
        <p:txBody>
          <a:bodyPr/>
          <a:lstStyle/>
          <a:p>
            <a:pPr algn="ctr"/>
            <a:r>
              <a:rPr lang="es-CO" dirty="0"/>
              <a:t>Bibliografía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E49779-A44A-D585-03F1-88019E377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>
                <a:hlinkClick r:id="rId2"/>
              </a:rPr>
              <a:t>http://toolshero.es</a:t>
            </a:r>
            <a:endParaRPr lang="es-CO" dirty="0"/>
          </a:p>
          <a:p>
            <a:r>
              <a:rPr lang="es-CO" dirty="0">
                <a:hlinkClick r:id="rId3"/>
              </a:rPr>
              <a:t>http://fastercapital.com</a:t>
            </a:r>
            <a:endParaRPr lang="es-CO" dirty="0"/>
          </a:p>
          <a:p>
            <a:r>
              <a:rPr lang="es-CO" dirty="0"/>
              <a:t>jascar.es</a:t>
            </a:r>
          </a:p>
          <a:p>
            <a:r>
              <a:rPr lang="es-CO" dirty="0"/>
              <a:t>dinngo.es</a:t>
            </a:r>
          </a:p>
        </p:txBody>
      </p:sp>
    </p:spTree>
    <p:extLst>
      <p:ext uri="{BB962C8B-B14F-4D97-AF65-F5344CB8AC3E}">
        <p14:creationId xmlns:p14="http://schemas.microsoft.com/office/powerpoint/2010/main" val="3700080320"/>
      </p:ext>
    </p:extLst>
  </p:cSld>
  <p:clrMapOvr>
    <a:masterClrMapping/>
  </p:clrMapOvr>
</p:sld>
</file>

<file path=ppt/theme/theme1.xml><?xml version="1.0" encoding="utf-8"?>
<a:theme xmlns:a="http://schemas.openxmlformats.org/drawingml/2006/main" name="Estela de condensación">
  <a:themeElements>
    <a:clrScheme name="Estela de condensació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Estela de condensació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tela de condensació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3737ADF74573B45A5C275D5ACCA6414" ma:contentTypeVersion="10" ma:contentTypeDescription="Crear nuevo documento." ma:contentTypeScope="" ma:versionID="5fa2893fe0d6cc601cf9846ab3d0259d">
  <xsd:schema xmlns:xsd="http://www.w3.org/2001/XMLSchema" xmlns:xs="http://www.w3.org/2001/XMLSchema" xmlns:p="http://schemas.microsoft.com/office/2006/metadata/properties" xmlns:ns3="5f7081e1-d4b6-4fe4-ae6e-82e479895780" targetNamespace="http://schemas.microsoft.com/office/2006/metadata/properties" ma:root="true" ma:fieldsID="02bad6eb0097e0729f258d18d719f363" ns3:_="">
    <xsd:import namespace="5f7081e1-d4b6-4fe4-ae6e-82e47989578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7081e1-d4b6-4fe4-ae6e-82e4798957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3A2157-6AE9-4A33-AF60-997DA237399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46691B2-E248-4DE1-B155-6F1988997765}">
  <ds:schemaRefs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terms/"/>
    <ds:schemaRef ds:uri="5f7081e1-d4b6-4fe4-ae6e-82e479895780"/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080B1806-9CC8-49A6-A7A3-3934B1F6ED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7081e1-d4b6-4fe4-ae6e-82e4798957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Estela de condensación</Template>
  <TotalTime>13</TotalTime>
  <Words>250</Words>
  <Application>Microsoft Office PowerPoint</Application>
  <PresentationFormat>Panorámica</PresentationFormat>
  <Paragraphs>28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Century Gothic</vt:lpstr>
      <vt:lpstr>Estela de condensación</vt:lpstr>
      <vt:lpstr>Design Thinking y Método MoSCoW</vt:lpstr>
      <vt:lpstr>¿Qué es Design Thinking?</vt:lpstr>
      <vt:lpstr>Fases de Design Thinking</vt:lpstr>
      <vt:lpstr>Método MoSCoW: Priorización de ideas</vt:lpstr>
      <vt:lpstr>Categorías del método MoSCoW</vt:lpstr>
      <vt:lpstr>Integración de Design Thinking y MoSCoW</vt:lpstr>
      <vt:lpstr>Bibliografía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Andres chambo gonzalez</dc:creator>
  <cp:lastModifiedBy>Andres chambo gonzalez</cp:lastModifiedBy>
  <cp:revision>2</cp:revision>
  <dcterms:created xsi:type="dcterms:W3CDTF">2025-03-08T00:58:39Z</dcterms:created>
  <dcterms:modified xsi:type="dcterms:W3CDTF">2025-03-08T01:17:56Z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0x01010073737ADF74573B45A5C275D5ACCA6414</vt:lpwstr>
  </property>
</Properties>
</file>